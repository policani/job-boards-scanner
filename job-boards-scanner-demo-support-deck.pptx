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679f6d126044d7" /><Relationship Type="http://schemas.openxmlformats.org/officeDocument/2006/relationships/extended-properties" Target="/docProps/app.xml" Id="Rda34d41674c14079" /><Relationship Type="http://schemas.openxmlformats.org/officeDocument/2006/relationships/officeDocument" Target="/ppt/presentation.xml" Id="R50d52e1fb10340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de97c4232b4212"/>
  </p:sldMasterIdLst>
  <p:notesMasterIdLst>
    <p:notesMasterId xmlns:r="http://schemas.openxmlformats.org/officeDocument/2006/relationships" r:id="R20c12d96581c4c10"/>
  </p:notesMasterIdLst>
  <p:sldIdLst>
    <p:sldId xmlns:r="http://schemas.openxmlformats.org/officeDocument/2006/relationships" id="256" r:id="Rf2b2bbc8e988454c"/>
    <p:sldId xmlns:r="http://schemas.openxmlformats.org/officeDocument/2006/relationships" id="257" r:id="Rdbe9981c734f4fe7"/>
    <p:sldId xmlns:r="http://schemas.openxmlformats.org/officeDocument/2006/relationships" id="258" r:id="Rc761ac2483b04360"/>
    <p:sldId xmlns:r="http://schemas.openxmlformats.org/officeDocument/2006/relationships" id="259" r:id="R3991fd739de44e74"/>
    <p:sldId xmlns:r="http://schemas.openxmlformats.org/officeDocument/2006/relationships" id="260" r:id="R02eeb8ff0d5e427d"/>
    <p:sldId xmlns:r="http://schemas.openxmlformats.org/officeDocument/2006/relationships" id="261" r:id="Rcee8da6f1e484e3c"/>
    <p:sldId xmlns:r="http://schemas.openxmlformats.org/officeDocument/2006/relationships" id="262" r:id="Rccfb0bc74e5746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e97c4232b4212" /><Relationship Type="http://schemas.openxmlformats.org/officeDocument/2006/relationships/theme" Target="/ppt/theme/theme1.xml" Id="Re4798c0a3dfb4dbf" /><Relationship Type="http://schemas.openxmlformats.org/officeDocument/2006/relationships/notesMaster" Target="/ppt/notesMasters/notesMaster1.xml" Id="R20c12d96581c4c10" /><Relationship Type="http://schemas.openxmlformats.org/officeDocument/2006/relationships/presProps" Target="/ppt/presProps.xml" Id="Re18dc6e0609c43eb" /><Relationship Type="http://schemas.openxmlformats.org/officeDocument/2006/relationships/viewProps" Target="/ppt/viewProps.xml" Id="R5131c496d4fd483e" /><Relationship Type="http://schemas.openxmlformats.org/officeDocument/2006/relationships/tableStyles" Target="/ppt/tableStyles.xml" Id="Rcd8fb2ce46d5481e" /><Relationship Type="http://schemas.openxmlformats.org/officeDocument/2006/relationships/slide" Target="/ppt/slides/slide1.xml" Id="Rf2b2bbc8e988454c" /><Relationship Type="http://schemas.openxmlformats.org/officeDocument/2006/relationships/slide" Target="/ppt/slides/slide2.xml" Id="Rdbe9981c734f4fe7" /><Relationship Type="http://schemas.openxmlformats.org/officeDocument/2006/relationships/slide" Target="/ppt/slides/slide3.xml" Id="Rc761ac2483b04360" /><Relationship Type="http://schemas.openxmlformats.org/officeDocument/2006/relationships/slide" Target="/ppt/slides/slide4.xml" Id="R3991fd739de44e74" /><Relationship Type="http://schemas.openxmlformats.org/officeDocument/2006/relationships/slide" Target="/ppt/slides/slide5.xml" Id="R02eeb8ff0d5e427d" /><Relationship Type="http://schemas.openxmlformats.org/officeDocument/2006/relationships/slide" Target="/ppt/slides/slide6.xml" Id="Rcee8da6f1e484e3c" /><Relationship Type="http://schemas.openxmlformats.org/officeDocument/2006/relationships/slide" Target="/ppt/slides/slide7.xml" Id="Rccfb0bc74e57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4f73e690a54f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d097254d2495d" /><Relationship Type="http://schemas.openxmlformats.org/officeDocument/2006/relationships/notesMaster" Target="/ppt/notesMasters/notesMaster1.xml" Id="R45d67b5ac92140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26e0b361224f7d" /><Relationship Type="http://schemas.openxmlformats.org/officeDocument/2006/relationships/notesMaster" Target="/ppt/notesMasters/notesMaster1.xml" Id="Ra3baafb3893147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52e507046f4ab8" /><Relationship Type="http://schemas.openxmlformats.org/officeDocument/2006/relationships/notesMaster" Target="/ppt/notesMasters/notesMaster1.xml" Id="Rdb3dc8efc05646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c7f239e1d549f9" /><Relationship Type="http://schemas.openxmlformats.org/officeDocument/2006/relationships/notesMaster" Target="/ppt/notesMasters/notesMaster1.xml" Id="R763a7245c33041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a7e9da42544d21" /><Relationship Type="http://schemas.openxmlformats.org/officeDocument/2006/relationships/notesMaster" Target="/ppt/notesMasters/notesMaster1.xml" Id="R615c9b58066e48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efd1f4807c46f1" /><Relationship Type="http://schemas.openxmlformats.org/officeDocument/2006/relationships/notesMaster" Target="/ppt/notesMasters/notesMaster1.xml" Id="R8fefc2b2b28342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3b47f2135f4455" /><Relationship Type="http://schemas.openxmlformats.org/officeDocument/2006/relationships/notesMaster" Target="/ppt/notesMasters/notesMaster1.xml" Id="R13d8dc9b842f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b4e2455e048c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d4ab1996f5c4742" /><Relationship Type="http://schemas.openxmlformats.org/officeDocument/2006/relationships/slideLayout" Target="/ppt/slideLayouts/slideLayout2.xml" Id="Re762fadb2a6949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2fadb2a6949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7bc0f07ad9405b" /><Relationship Type="http://schemas.openxmlformats.org/officeDocument/2006/relationships/notesSlide" Target="/ppt/notesSlides/notesSlide1.xml" Id="R347a7b34c6094b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ac97f908bf4e4b" /><Relationship Type="http://schemas.openxmlformats.org/officeDocument/2006/relationships/notesSlide" Target="/ppt/notesSlides/notesSlide2.xml" Id="R9ce8e077033a4e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2e4e18fd946bd" /><Relationship Type="http://schemas.openxmlformats.org/officeDocument/2006/relationships/notesSlide" Target="/ppt/notesSlides/notesSlide3.xml" Id="R8f5b231f495c47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618d67acf404c" /><Relationship Type="http://schemas.openxmlformats.org/officeDocument/2006/relationships/notesSlide" Target="/ppt/notesSlides/notesSlide4.xml" Id="R8ef8a9db842d4e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911c1ef5545dc" /><Relationship Type="http://schemas.openxmlformats.org/officeDocument/2006/relationships/notesSlide" Target="/ppt/notesSlides/notesSlide5.xml" Id="R6a4db917160e4f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da760d87c34f54" /><Relationship Type="http://schemas.openxmlformats.org/officeDocument/2006/relationships/notesSlide" Target="/ppt/notesSlides/notesSlide6.xml" Id="R962073c914bb47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f9119e214e4f71" /><Relationship Type="http://schemas.openxmlformats.org/officeDocument/2006/relationships/notesSlide" Target="/ppt/notesSlides/notesSlide7.xml" Id="R67b3ee7a1bcf46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58F2C5-03EA-458F-90F6-F69309C0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B2CBC-E8FF-4905-8576-69DE4997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JOB BOARDS SCANNER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CF5CA-EF2A-4365-97EE-91C81952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 local AI-assisted proof of concept for job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FE759-6680-4A42-8D43-C0626EAE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Built with Codex to scan public employer job boards, filter for evidence-backed role fit, and export a CSV that downstream AI workflows can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95EF5-FC08-4F14-90F5-E41BC433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5240">
            <a:solidFill>
              <a:srgbClr val="1E60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134C2-C279-4B19-8E6B-F560D3D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Local-first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B118F-87DE-4103-82F7-90102B7A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838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Single HTML file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Runs in the browser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No backend, account, API key, or hosted database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Settings stay in local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00A8B-20CD-46E9-B945-B656195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5240">
            <a:solidFill>
              <a:srgbClr val="1B7A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76637-62DC-4B20-8D00-C9234E8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859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Job-search triage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FAFAC-4825-4258-8001-5F864387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90775"/>
            <a:ext cx="2838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Filters by age, location, work arrangement, salary, title terms, body evidence, and hard stops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Routes into Main and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88D4B-900C-4480-8616-31215323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5240">
            <a:solidFill>
              <a:srgbClr val="6750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ACDD7-CC45-4B1D-B85B-E6568802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859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AI-readable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BFB03-08E9-4E00-88EF-B114189A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90775"/>
            <a:ext cx="2838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Exports CSV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Preserves role text, signals, risks, and source links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Ready for Resume Evidence Engine scoring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1769A-8908-49B5-86FB-FA9B3DF6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11430">
            <a:solidFill>
              <a:srgbClr val="A46C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47387-04DB-4ED4-B07B-E4BC6295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005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46C0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46C00"/>
                </a:solidFill>
                <a:latin typeface="Aptos"/>
                <a:ea typeface="Aptos"/>
                <a:cs typeface="Aptos"/>
              </a:rPr>
              <a:t>proof of concept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77A24-9345-4FF5-BFE5-2A8E308E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1430">
            <a:solidFill>
              <a:srgbClr val="1B7A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A6772-3792-4A66-991E-BD4DED70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005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7A5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7A57"/>
                </a:solidFill>
                <a:latin typeface="Aptos"/>
                <a:ea typeface="Aptos"/>
                <a:cs typeface="Aptos"/>
              </a:rPr>
              <a:t>practical personal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562EC-7BDE-4544-A431-7F8EF27B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24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1430">
            <a:solidFill>
              <a:srgbClr val="6750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D1BE8-0B6C-4375-A820-D3EFF0B6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00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750A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750A4"/>
                </a:solidFill>
                <a:latin typeface="Aptos"/>
                <a:ea typeface="Aptos"/>
                <a:cs typeface="Aptos"/>
              </a:rPr>
              <a:t>structured file handoff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4A80C-2A07-4E99-B6D0-C3D0A0AA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1430">
            <a:solidFill>
              <a:srgbClr val="1E60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90C57-0EE6-4BAF-A98B-DBD29C66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00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60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E6091"/>
                </a:solidFill>
                <a:latin typeface="Aptos"/>
                <a:ea typeface="Aptos"/>
                <a:cs typeface="Aptos"/>
              </a:rPr>
              <a:t>public repo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201CEC-3C57-423A-9609-2D5CF140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34000"/>
            <a:ext cx="828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78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F7C68-1896-409E-9633-6D88C330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467350"/>
            <a:ext cx="798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Demo 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74AE1-EF4F-4FB5-BD73-A9BD6D52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772150"/>
            <a:ext cx="798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Small AI-built tools are strongest when they produce clean, inspectable artifacts that another human or AI workflow can pick up next.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BE2CDF-1508-4206-9F48-2E770E6D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github.com/policani/job-boards-scanner</a:t>
            </a:r>
          </a:p>
        </p:txBody>
      </p:sp>
    </p:spTree>
    <p:extLst>
      <p:ext uri="{BB962C8B-B14F-4D97-AF65-F5344CB8AC3E}">
        <p14:creationId xmlns:p14="http://schemas.microsoft.com/office/powerpoint/2010/main" val="5637554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B0B06F-FDC8-4237-8975-5139A784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DA096-6192-44A8-A637-B3D72AC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WORKFLOW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90E53-8D78-4967-8A4E-0A2EBA25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The scanner turns public postings into a ranked review 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7D1C9-65B7-4B53-8854-3B1E304A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The app is intentionally narrow: fetch public job-board data, apply user-owned criteria, and export a CSV for the next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D4AFE-26C9-4EA1-9273-DF62E77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FROM TARGET COMPANIES TO AI-READY 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5BE5C-D9DD-4DFE-81A5-148F916E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715EF-1EE4-4716-A37F-BB4B6C32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5240">
            <a:solidFill>
              <a:srgbClr val="1E60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15604-FCA1-4022-A359-C6A737D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266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1.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FC0BC-05CC-4905-B895-4EC6EB9E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266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Greenhouse</a:t>
            </a:r>
          </a:p>
          <a:p xmlns:a="http://schemas.openxmlformats.org/drawingml/2006/main">
            <a:pPr algn="l">
              <a:defRPr sz="84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Lever</a:t>
            </a:r>
          </a:p>
          <a:p xmlns:a="http://schemas.openxmlformats.org/drawingml/2006/main">
            <a:pPr algn="l">
              <a:defRPr sz="84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Ashby</a:t>
            </a:r>
          </a:p>
          <a:p xmlns:a="http://schemas.openxmlformats.org/drawingml/2006/main">
            <a:pPr algn="l">
              <a:defRPr sz="84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SmartRecruiters</a:t>
            </a:r>
          </a:p>
          <a:p xmlns:a="http://schemas.openxmlformats.org/drawingml/2006/main">
            <a:pPr algn="l">
              <a:defRPr sz="84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Recruitee + Himalayas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2F024-0ED5-419E-82F5-CFEC9479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908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D166E-876D-4310-A06A-BC458746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87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8364F-1E0A-4116-8EF1-CA3D5F8C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1266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2. Fetch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7A8AD-601D-40F0-9727-6CD2222A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1266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Public endpoints where available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Workday link-only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Search helpers for other boards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E8D3D-C854-4123-A432-0D0DFCAA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08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AA4F1-0E5B-4DD9-9724-DF65F801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15240">
            <a:solidFill>
              <a:srgbClr val="A46C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416DC-455C-4808-8F58-F6123F0F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1266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3. Filter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F593A-573D-4D33-A173-05979F3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266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Age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Remote fit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Country/metro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Salary range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Hard stops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0BD3E-7FEB-42B4-B96B-37F79244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2B8B0-B4BC-450E-BA1E-E2BCEAB1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571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5240">
            <a:solidFill>
              <a:srgbClr val="1B7A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E8A1E-E791-4DEF-A09D-3A5E665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24100"/>
            <a:ext cx="1266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4.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B6638-4FAF-4A84-AB72-821C48D4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1266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Title lane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Body evidence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Operating problem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Confidence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1508E-55FB-417A-B527-48173AB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908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7B939-86E2-4BA9-A2E1-3630E189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5240">
            <a:solidFill>
              <a:srgbClr val="6750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35712-12CA-40F2-8B40-6221871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241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5.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B83B68-6564-430A-A670-6F29CC13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289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Main Candidates and Review Queue exported to CSV for human or AI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EBE80E-1D49-409D-96B7-34F84BFE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2952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5240">
            <a:solidFill>
              <a:srgbClr val="1B7A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3ABCD-0949-491E-9C82-FF3A68D8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71975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Main Candidates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D64DD-07B5-4524-B361-EDA073F3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76775"/>
            <a:ext cx="26479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Strong title or lane fit, enough body evidence, acceptable location and compensation signals, and no hard-stop suppressions.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FB0DF-B3EE-44DB-945E-FE5DA213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952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15240">
            <a:solidFill>
              <a:srgbClr val="A46C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ADF01-4664-469E-9E97-CD4CD019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71975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Review Queue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C76056-F15E-46F5-9C95-E057D389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76775"/>
            <a:ext cx="26479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Close matches with useful signals but missing salary, location clarity, title strength, or enough body evidence.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BBDE29-48DC-4914-B0FC-2FDEDA7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38625"/>
            <a:ext cx="2952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5240">
            <a:solidFill>
              <a:srgbClr val="6678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C0DBD9-4706-48A6-BA74-19587FD6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71975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Diagnostics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104DAD-6223-468D-879F-6709800E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76775"/>
            <a:ext cx="26479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Source health, expected unavailable boards, link-only Workday entries, and screened-out reasons.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024420-CC37-46CD-AB0D-3B106070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github.com/policani/job-boards-scanner</a:t>
            </a:r>
          </a:p>
        </p:txBody>
      </p:sp>
    </p:spTree>
    <p:extLst>
      <p:ext uri="{BB962C8B-B14F-4D97-AF65-F5344CB8AC3E}">
        <p14:creationId xmlns:p14="http://schemas.microsoft.com/office/powerpoint/2010/main" val="7927573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D80A9-B14F-4765-AC4C-7BCE8A18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FA809-0CE7-4DFD-BFAA-F4827EE5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DEMO SEARCH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6958E-3949-441C-9C3D-DBDB96F3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The inputs reflect the evidence map, not generic job-alert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F30D9-5E65-43A1-BBFB-5D79954F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The goal is remote senior portfolio, program, PMO, transformation, revenue-systems, and AI-enabled operating governance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422DB-D28A-4D28-BA43-45184916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5240">
            <a:solidFill>
              <a:srgbClr val="1E60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90ACC-9803-46DA-BF3E-84C5D39A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Run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2120-741D-4005-A714-F051134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171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Posting age: 7 days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Remote, United States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Any metro area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Salary discovery floor: $170K+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Salary range required: 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09BBA-0DA3-4AED-9C75-7BB89A0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5240">
            <a:solidFill>
              <a:srgbClr val="1B7A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F2427-CAF4-4D06-BB40-C37BE5ED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4310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Title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E871D-856F-418C-8675-C36040CE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47900"/>
            <a:ext cx="3409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Principal Program Manager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Staff Program Manager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Principal Portfolio Manager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Director Portfolio Governance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Chief of Staff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Strategic Operations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Principal Consultant Portfolio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5CE0B-F9F7-4274-BB26-8EEBA9A0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90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87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28AE6-7BA9-45BC-8863-36ABBF2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43100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Related lanes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2E6DF-3022-4CCA-8684-8DDC9BB0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3600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PMO / EPMO / PPMO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Delivery governance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Operating model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Revenue technology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Release governance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AI value realization</a:t>
            </a:r>
          </a:p>
          <a:p xmlns:a="http://schemas.openxmlformats.org/drawingml/2006/main">
            <a:pPr algn="l">
              <a:defRPr sz="90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Partner and GTM 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FB64C-73CF-497A-AB8E-E9EE72AC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191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5240">
            <a:solidFill>
              <a:srgbClr val="6750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1EFD4-696C-47C8-A22D-EDD57240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886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Body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6EEC7-4FE1-4799-9547-0F84BEB9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8863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Portfolio governance, intake, prioritization, sequencing, operating cadence, executive reporting, decision support, value realization, capacity planning, dependency management, release readiness, UAT, deployment governance, revenue systems, controls, risk, and transformation.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C4110-1AEC-4F9F-8254-0FD5E486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5191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AD6"/>
          </a:solidFill>
          <a:ln xmlns:a="http://schemas.openxmlformats.org/drawingml/2006/main" w="15240">
            <a:solidFill>
              <a:srgbClr val="A33A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CD849-3F78-4A4A-83CF-204B3F86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133850"/>
            <a:ext cx="4886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Hard stops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4B5EC-3A98-4786-91DD-14358092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38650"/>
            <a:ext cx="48863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Clearance, relocation, frequent travel, quota-carrying sales, field sales, deep technical architecture, hands-on coding, model training, clinical licenses, CPA requirements, and structurally onsite roles.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FA525-5F8F-4F94-9812-3D50428B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05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1430">
            <a:solidFill>
              <a:srgbClr val="1B7A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518CF-3E3A-4895-AB56-DC91E7CA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981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7A5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7A57"/>
                </a:solidFill>
                <a:latin typeface="Aptos"/>
                <a:ea typeface="Aptos"/>
                <a:cs typeface="Aptos"/>
              </a:rPr>
              <a:t>title gets discovery started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75D50-3AF8-461E-9A25-C1B21BED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1430">
            <a:solidFill>
              <a:srgbClr val="6750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2364D-511F-41DB-85A8-B8563F4A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817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750A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750A4"/>
                </a:solidFill>
                <a:latin typeface="Aptos"/>
                <a:ea typeface="Aptos"/>
                <a:cs typeface="Aptos"/>
              </a:rPr>
              <a:t>body evidence protects quality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F8FDB-38A9-4E01-B5FA-E4A0004F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905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AD6"/>
          </a:solidFill>
          <a:ln xmlns:a="http://schemas.openxmlformats.org/drawingml/2006/main" w="11430">
            <a:solidFill>
              <a:srgbClr val="A33A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313985-658D-4E00-9F50-A5D2D064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81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33A2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33A2F"/>
                </a:solidFill>
                <a:latin typeface="Aptos"/>
                <a:ea typeface="Aptos"/>
                <a:cs typeface="Aptos"/>
              </a:rPr>
              <a:t>hard stops protect attention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6E56B-DCA9-44BA-BEAF-5499783B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github.com/policani/job-boards-scanner</a:t>
            </a:r>
          </a:p>
        </p:txBody>
      </p:sp>
    </p:spTree>
    <p:extLst>
      <p:ext uri="{BB962C8B-B14F-4D97-AF65-F5344CB8AC3E}">
        <p14:creationId xmlns:p14="http://schemas.microsoft.com/office/powerpoint/2010/main" val="2409940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14CC1-C354-44F0-AFBF-9499C163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BBEF6-E002-42BC-A566-BF489336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SEARCH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48CE9-BACB-4072-A133-1802A5F7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Supported boards are treated differently based on public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DDF78-4D91-4839-8887-9959575C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The app is a responsible public-board client, not an auto-apply tool or authenticated scraper.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171EC-7033-44BC-B19C-651E45A2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DIRECT FETCH TARGETS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60C5D-02A6-4BC9-A594-D8853B1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06849-DECD-4412-8774-47218364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5240">
            <a:solidFill>
              <a:srgbClr val="1B7A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DFA2B-53DE-49E1-ABA6-5F251301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Greenhouse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DAC8D-ADE1-4687-8FCF-63A23E6A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140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Public job board API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Company slugs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Good for SaaS and startups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01469-927C-4135-97EC-A6C50231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43125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5240">
            <a:solidFill>
              <a:srgbClr val="1E60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895AE-D928-4E9C-B045-9AEE1AF9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7647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Lever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8787D-5C4E-4F02-99FE-CBEA8FB3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81275"/>
            <a:ext cx="140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Postings API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Company slugs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Common in tech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18E94-8E67-421C-8311-706A62FA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87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72EEC-421E-4B09-B592-EC70996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7647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Ashby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D5D90-C8B6-4598-9D9A-A1ADB86E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81275"/>
            <a:ext cx="1409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Public posting API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Company slugs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Strong startup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E75D4-9854-4624-B352-CBD689E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5240">
            <a:solidFill>
              <a:srgbClr val="6750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0DAB5-526B-4935-B30F-DA34CA00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764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SmartRecruiters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DEDE4-5850-4931-8787-A643A01A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81275"/>
            <a:ext cx="1695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Public customer postings</a:t>
            </a:r>
          </a:p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Enterprise and SaaS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77035-76B4-4416-A614-5F53CB4C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15240">
            <a:solidFill>
              <a:srgbClr val="A46C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CC14D-4432-4CB6-BCA4-F7EAE431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76475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Recruitee + Himalayas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EBFB9-3C8B-4ED6-B4D6-3EE11DCC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81275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Recruitee slugs and Himalayas keyword discovery when available.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EA9D1-DB3A-4077-A908-FCA1ACF3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85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LINK-ONLY AND HELPER LINKS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18DF3-F884-4C8C-8AD9-B4EDF9A8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1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0C3E2-A32D-42D5-9984-3EE135AF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5240">
            <a:solidFill>
              <a:srgbClr val="6678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59DC2-C83A-4678-A3A8-5F4E0DCD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719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Workday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0A0FA-B89E-40F1-845C-6A5E8F3A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76775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Link-only in this single-file build. The tool creates source links but does not fetch Workday pages directly.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E7683-2CEC-4834-8AA7-C9EC10B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3862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5240">
            <a:solidFill>
              <a:srgbClr val="6678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EAA671-87A7-4624-BF1E-9A2A857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719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LinkedIn / Indeed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30D75-66AA-4069-A21E-3774D111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76775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Generated search links. The app does not scrape authenticated or anti-bot-protected sites.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BEFE9-5206-43EB-A721-77F980F3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5240">
            <a:solidFill>
              <a:srgbClr val="6678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E70BAF-3272-4B2E-B529-C849A66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719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HiringCafe / Google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24106-8435-457E-9194-3431EC86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2552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Helper links for broader follow-up when direct public endpoints are not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97E78-7322-4F9B-9929-DE09D13F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78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AD9DD7-9C02-4D23-BFC2-AE35760C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43600"/>
            <a:ext cx="845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Source-health note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93D161-14A8-401D-9B99-DCDE4032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134100"/>
            <a:ext cx="845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Missing, renamed, blocked, rate-limited, or link-only sources are expected. The useful signal is whether the working sources return enough reviewable roles.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7DEE7D-9D39-46F8-BF49-AC337229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github.com/policani/job-boards-scanner</a:t>
            </a:r>
          </a:p>
        </p:txBody>
      </p:sp>
    </p:spTree>
    <p:extLst>
      <p:ext uri="{BB962C8B-B14F-4D97-AF65-F5344CB8AC3E}">
        <p14:creationId xmlns:p14="http://schemas.microsoft.com/office/powerpoint/2010/main" val="17058617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A5CFB-1D21-4904-99B2-3EFBABF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AB838-40D3-4C25-8A09-970B3DA3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WHEN RESULTS ARE SPARSE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E9645-E1F8-44F5-B4DA-BEDE1726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Adjust volume first, then quality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517FC-B2F3-4A4B-B8A8-AAC37D86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The goal is enough results to review without losing the evidence discipline that makes the workflow useful.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79759-C399-43B8-BC98-5BFB58AD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61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5240">
            <a:solidFill>
              <a:srgbClr val="1E60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237FC-AA99-4E12-8810-64E50F00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1. Widen 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8337E-D40A-4A81-9E71-1C451E22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314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Move from 1 day to 7, 14, or 30 days for a backfill scan.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968D6-FD6A-4B48-8876-1693DE8E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5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563E9-42C9-4B2C-B918-974AF3F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161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15240">
            <a:solidFill>
              <a:srgbClr val="A46C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426EF-F4C9-4056-B75B-EEF19F9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288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2. Loosen pay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685FB-C806-4A63-BE05-3263CD1E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1314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Keep salary range required off. Lower salary floor for discovery only.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270AB-9000-4786-A05D-BE2E745A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5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CDEFD-270D-4DDD-ADAB-030F2693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61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87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0D058-68C2-4235-8C46-8F6DA31A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288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3. Broaden geo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600D3-D5E6-4954-B0FB-7DABCB18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33650"/>
            <a:ext cx="1314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Keep Remote selected. Use Any metro area for the initial pass.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372BB-3A40-4B82-B077-F2C14405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5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AE55D-EA49-45A0-AF94-41F79577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61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5240">
            <a:solidFill>
              <a:srgbClr val="1B7A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1CDD5-ED40-43D1-A873-F9C743EE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4. Expand titles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2CBC6-D973-405F-A4A9-AC54C045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1314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Add related title terms before weakening body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B7E37-A787-40FF-A2A8-BF9C0D05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527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35346-9676-424E-BB6E-BB027DBE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61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5240">
            <a:solidFill>
              <a:srgbClr val="6750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E2E6B-793E-49C1-93F4-D1D3FE02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288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5. Add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2F855-1112-479D-A0C7-6954F0CD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33650"/>
            <a:ext cx="1314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Use the built-in source list or add target-company slugs.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3F66A2-3A2A-4E7E-B250-771A0B94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419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AD6"/>
          </a:solidFill>
          <a:ln xmlns:a="http://schemas.openxmlformats.org/drawingml/2006/main" w="15240">
            <a:solidFill>
              <a:srgbClr val="A33A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20A2C-2421-4CFF-B9D7-E743E2E8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29100"/>
            <a:ext cx="388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Keep tight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45CD3-7E2D-4E06-BC0F-A874B3AF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33900"/>
            <a:ext cx="388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Hard stops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Structural onsite requirements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Clearance requirements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Hands-on coding or deep ML ownership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Quota-carrying sales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BE07BA-205C-4D06-A7D9-7B064966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95750"/>
            <a:ext cx="419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5240">
            <a:solidFill>
              <a:srgbClr val="1B7A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40C2C6-F53D-4CC6-A9F0-883F195D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229100"/>
            <a:ext cx="388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Adjust 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9C44AB-F70B-4641-9BE2-5A860EB1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533900"/>
            <a:ext cx="388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Posting age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Salary selector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Salary-range requirement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Metro restriction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Related title terms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Source list breadth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B4300-94B0-4C48-9DE1-6555C4C3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github.com/policani/job-boards-scanner</a:t>
            </a:r>
          </a:p>
        </p:txBody>
      </p:sp>
    </p:spTree>
    <p:extLst>
      <p:ext uri="{BB962C8B-B14F-4D97-AF65-F5344CB8AC3E}">
        <p14:creationId xmlns:p14="http://schemas.microsoft.com/office/powerpoint/2010/main" val="5629241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815988-6E3F-485D-A9B1-77B73B11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7C7EA-6C06-4BB7-B35B-D6A5AAD8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CSV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44E9E-7FCB-47CA-B81A-ACF3AD8F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The output is designed for AI project spaces to continue the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D9A66-5446-4E84-90CA-752FADFE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The scanner stops at structured discovery. The next system can score, rank, and route roles against the evidence map.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5CE7D-18D6-4FF3-8AFB-2ED732A3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5240">
            <a:solidFill>
              <a:srgbClr val="1E60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EAB58-64DA-4F75-9338-4015EDB2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3360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Scanner 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E5F14-DDEF-4287-8C96-3E97D27B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38400"/>
            <a:ext cx="1981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Company</a:t>
            </a:r>
          </a:p>
          <a:p xmlns:a="http://schemas.openxmlformats.org/drawingml/2006/main">
            <a:pPr algn="l">
              <a:defRPr sz="88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Role</a:t>
            </a:r>
          </a:p>
          <a:p xmlns:a="http://schemas.openxmlformats.org/drawingml/2006/main">
            <a:pPr algn="l">
              <a:defRPr sz="88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Location</a:t>
            </a:r>
          </a:p>
          <a:p xmlns:a="http://schemas.openxmlformats.org/drawingml/2006/main">
            <a:pPr algn="l">
              <a:defRPr sz="88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Salary</a:t>
            </a:r>
          </a:p>
          <a:p xmlns:a="http://schemas.openxmlformats.org/drawingml/2006/main">
            <a:pPr algn="l">
              <a:defRPr sz="88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Signals</a:t>
            </a:r>
          </a:p>
          <a:p xmlns:a="http://schemas.openxmlformats.org/drawingml/2006/main">
            <a:pPr algn="l">
              <a:defRPr sz="88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Risks</a:t>
            </a:r>
          </a:p>
          <a:p xmlns:a="http://schemas.openxmlformats.org/drawingml/2006/main">
            <a:pPr algn="l">
              <a:defRPr sz="88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Review reason</a:t>
            </a:r>
          </a:p>
          <a:p xmlns:a="http://schemas.openxmlformats.org/drawingml/2006/main">
            <a:pPr algn="l">
              <a:defRPr sz="88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Job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0B652-4677-498C-8D0B-B74FDBB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12FE6-697A-4910-AEF9-2D58AF71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5240">
            <a:solidFill>
              <a:srgbClr val="6750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C34F9-B64E-4075-8DB8-9213106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288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AI project 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0531E-DD3D-460E-B55B-2A0B0828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33650"/>
            <a:ext cx="2171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Reads the CSV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Compares roles to evidence map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Finds hard stops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Keeps source context intact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0BD62-DBEC-4EFA-869E-80950BFB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8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88A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44998-D5D5-4871-A66A-89E33B1B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390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5240">
            <a:solidFill>
              <a:srgbClr val="1B7A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4975D-4259-4D06-824E-B09E936F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28850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Resume Evidence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77CC9-67F3-4D88-ACCC-311B5346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33650"/>
            <a:ext cx="3600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Scores fit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Selects likely variant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Routes supporting cases</a:t>
            </a:r>
          </a:p>
          <a:p xmlns:a="http://schemas.openxmlformats.org/drawingml/2006/main">
            <a:pPr algn="l">
              <a:defRPr sz="938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Flags compensation, travel, onsite, authority, and evidence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A10C1-974D-4242-A3B0-41BA1350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38625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78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16B06-065B-4D9C-98A9-3BBF89CB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71975"/>
            <a:ext cx="902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Design pattern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77ED6-61C3-472F-927A-861A0FA3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76775"/>
            <a:ext cx="902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Local proof of concept apps can be small and useful when their output is structured enough for downstream human or AI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9512B-03FB-4D11-A214-C221BED7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1430">
            <a:solidFill>
              <a:srgbClr val="1E60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507C6-F35B-44A5-861D-94705A86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60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E6091"/>
                </a:solidFill>
                <a:latin typeface="Aptos"/>
                <a:ea typeface="Aptos"/>
                <a:cs typeface="Aptos"/>
              </a:rPr>
              <a:t>build with Codex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CE04D-B934-47EE-9C4A-3E64C58C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673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1430">
            <a:solidFill>
              <a:srgbClr val="6750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E9F86-B0B5-4475-A40E-1F4E8FD0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435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750A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750A4"/>
                </a:solidFill>
                <a:latin typeface="Aptos"/>
                <a:ea typeface="Aptos"/>
                <a:cs typeface="Aptos"/>
              </a:rPr>
              <a:t>export structured 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DB960-8C55-4145-8AB6-3099CA13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673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1430">
            <a:solidFill>
              <a:srgbClr val="1B7A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9B466-B42C-4640-BFAD-53681885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435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7A5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7A57"/>
                </a:solidFill>
                <a:latin typeface="Aptos"/>
                <a:ea typeface="Aptos"/>
                <a:cs typeface="Aptos"/>
              </a:rPr>
              <a:t>score with evidence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FFFFD-9027-4BCB-B19A-4390BCC8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github.com/policani/job-boards-scanner</a:t>
            </a:r>
          </a:p>
        </p:txBody>
      </p:sp>
    </p:spTree>
    <p:extLst>
      <p:ext uri="{BB962C8B-B14F-4D97-AF65-F5344CB8AC3E}">
        <p14:creationId xmlns:p14="http://schemas.microsoft.com/office/powerpoint/2010/main" val="3559714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5DE92-2258-48AA-B0D4-C2575ADB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7C273-E266-4442-9021-6265BBEB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174"/>
                </a:solidFill>
                <a:latin typeface="Aptos"/>
                <a:ea typeface="Aptos"/>
                <a:cs typeface="Aptos"/>
              </a:rPr>
              <a:t>REPO 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DD7B6-065F-49BA-9B33-D6769F1C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Inspect the single-file app, adapt the source list, and try the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73E1B-86F1-41B8-87A4-E930429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The public repo is intentionally simple so the proof of concept is easy to evaluate.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E6385-B034-4A00-A552-A4935D89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5240">
            <a:solidFill>
              <a:srgbClr val="1E60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7A475-3ABB-4436-8AF8-F3758B91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8597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How to evaluate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2EBEF-9127-4F14-BEB1-6C63965B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2743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Open job-boards-scanner.html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Review the source formats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Run a small target-company scan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Export CSV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Inspect source-health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D8B2F-4013-45C7-B124-4F49910E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5240">
            <a:solidFill>
              <a:srgbClr val="1B7A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4E8F2-6805-4A15-A8CE-CFC3DC1A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8597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What to fork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37153-7FAA-4DD6-8D8C-7CDFF776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90775"/>
            <a:ext cx="2743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Change title terms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Change body evidence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Replace source list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Tune hard stops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Route CSV to your own AI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95938-5EA1-43CC-A879-124E0651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15240">
            <a:solidFill>
              <a:srgbClr val="A46C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05046-5EFC-47C1-8353-3807A96A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85975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Responsible lane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8D739-F943-4BAC-BFAD-8D2F1293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90775"/>
            <a:ext cx="2743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Public sources only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No credentials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No auto-apply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No private candidate data</a:t>
            </a:r>
          </a:p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No scraping authenticated boards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5883C-CABE-4835-8B55-3559F07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750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6E9BC-0F93-40BB-8C2D-2C1FD583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52975"/>
            <a:ext cx="826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A5CD5-F42A-46A1-A3A1-3EAF7647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826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50A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50A4"/>
                </a:solidFill>
                <a:latin typeface="Aptos"/>
                <a:ea typeface="Aptos"/>
                <a:cs typeface="Aptos"/>
              </a:rPr>
              <a:t>https://github.com/policani/job-boards-scanner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F4A72-B334-4BAA-A8BC-839D2AFD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8578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11430">
            <a:solidFill>
              <a:srgbClr val="1E60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7D5D3-B82F-4EE3-ABCA-DF81E20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9340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60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E6091"/>
                </a:solidFill>
                <a:latin typeface="Aptos"/>
                <a:ea typeface="Aptos"/>
                <a:cs typeface="Aptos"/>
              </a:rPr>
              <a:t>local-first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339BE-5E97-450F-A473-A35E7F0B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8578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8"/>
          </a:solidFill>
          <a:ln xmlns:a="http://schemas.openxmlformats.org/drawingml/2006/main" w="11430">
            <a:solidFill>
              <a:srgbClr val="1B7A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6C7B7-0E19-43AE-8A42-5828123B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340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7A5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7A57"/>
                </a:solidFill>
                <a:latin typeface="Aptos"/>
                <a:ea typeface="Aptos"/>
                <a:cs typeface="Aptos"/>
              </a:rPr>
              <a:t>single-file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6769E-4171-4966-B1C5-19187D46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78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F8"/>
          </a:solidFill>
          <a:ln xmlns:a="http://schemas.openxmlformats.org/drawingml/2006/main" w="11430">
            <a:solidFill>
              <a:srgbClr val="6750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9BCDA-B354-4DC5-AE8C-18BAC2B9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9340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750A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750A4"/>
                </a:solidFill>
                <a:latin typeface="Aptos"/>
                <a:ea typeface="Aptos"/>
                <a:cs typeface="Aptos"/>
              </a:rPr>
              <a:t>AI-readable CSV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99BCFD-7357-4DBE-8A99-039F1822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06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06174"/>
                </a:solidFill>
                <a:latin typeface="Aptos"/>
                <a:ea typeface="Aptos"/>
                <a:cs typeface="Aptos"/>
              </a:rPr>
              <a:t>github.com/policani/job-boards-scanner</a:t>
            </a:r>
          </a:p>
        </p:txBody>
      </p:sp>
    </p:spTree>
    <p:extLst>
      <p:ext uri="{BB962C8B-B14F-4D97-AF65-F5344CB8AC3E}">
        <p14:creationId xmlns:p14="http://schemas.microsoft.com/office/powerpoint/2010/main" val="1710075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2026-06-01T17:32:00.6480000Z</dcterms:created>
  <dcterms:modified xsi:type="dcterms:W3CDTF">2026-06-01T17:32:00.6480000Z</dcterms:modified>
</coreProperties>
</file>